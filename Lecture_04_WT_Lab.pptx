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xmlns="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xmlns="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851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xmlns="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xmlns="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xmlns="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xmlns="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xmlns="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xmlns="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smtClean="0"/>
                        <a:t>Rashidul Hasan Nabil &lt;rashidul@aiub.edu&gt;</a:t>
                      </a:r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724D83-C104-4F5D-AA54-A7A1F0A042DE}"/>
</file>

<file path=customXml/itemProps2.xml><?xml version="1.0" encoding="utf-8"?>
<ds:datastoreItem xmlns:ds="http://schemas.openxmlformats.org/officeDocument/2006/customXml" ds:itemID="{B978F65B-A963-45FA-99EA-2E8CEC3833C1}"/>
</file>

<file path=customXml/itemProps3.xml><?xml version="1.0" encoding="utf-8"?>
<ds:datastoreItem xmlns:ds="http://schemas.openxmlformats.org/officeDocument/2006/customXml" ds:itemID="{E3FF060A-4206-4E72-8A5E-08946D2E5491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318</TotalTime>
  <Words>1090</Words>
  <Application>Microsoft Office PowerPoint</Application>
  <PresentationFormat>On-screen Show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Nabil</cp:lastModifiedBy>
  <cp:revision>12</cp:revision>
  <dcterms:created xsi:type="dcterms:W3CDTF">2018-12-10T17:20:29Z</dcterms:created>
  <dcterms:modified xsi:type="dcterms:W3CDTF">2020-06-30T13:17:42Z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